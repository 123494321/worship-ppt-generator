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</p:sldIdLst>
  <p:sldSz cx="18288000" cy="10287000"/>
  <p:notesSz cx="6858000" cy="9144000"/>
  <p:embeddedFontLst>
    <p:embeddedFont>
      <p:font typeface="프리젠테이션 Bold" charset="1" panose="00000000000000000000"/>
      <p:regular r:id="rId5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fonts/font55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2285048"/>
            <a:ext cx="15773400" cy="1988344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7"/>
            </a:xfrm>
            <a:custGeom>
              <a:avLst/>
              <a:gdLst/>
              <a:ahLst/>
              <a:cxnLst/>
              <a:rect r="r" b="b" t="t" l="l"/>
              <a:pathLst>
                <a:path h="265112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21031200" cy="25654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748"/>
                </a:lnSpc>
              </a:pPr>
              <a:r>
                <a:rPr lang="en-US" b="true" sz="8100" spc="-49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[2026.07. 19] LOGOS 청년 모임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2300288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7"/>
            </a:xfrm>
            <a:custGeom>
              <a:avLst/>
              <a:gdLst/>
              <a:ahLst/>
              <a:cxnLst/>
              <a:rect r="r" b="b" t="t" l="l"/>
              <a:pathLst>
                <a:path h="265112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21031200" cy="25654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748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[ 주와 같이 길 가는 것 ]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주와 같이 길 가는 것 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즐거운 일 아닌가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우리 주님 걸어가신 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발자취를 밟겠네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주와 같이 길 가는 것 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즐거운 일 아닌가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우리 주님 걸어가신 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발자취를 밟겠네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한걸음 한걸음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 예수와 함께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날마다 날마다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우리는 걷겠네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어린 아이 같은 우리 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미련하고 약하나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주의 손에 이끌리어 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생명길로 가겠네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어린 아이 같은 우리 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미련하고 약하나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주의 손에 이끌리어 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생명길로 가겠네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한걸음 한걸음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 예수와 함께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날마다 날마다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우리는 걷겠네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한걸음 한걸음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 예수와 함께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날마다 날마다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우리는 걷겠네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꽃이 피는 들판이나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험한 골짜기라도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주가 인도 하는 대로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주와 같이 가겠네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주와 같이 길 가는 것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즐거운 일 아닌가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우리 주님 걸어가신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발자취를 밟겠네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한걸음 한걸음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 예수와 함께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날마다 날마다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우리는 걷겠네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한걸음 한걸음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 예수와 함께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날마다 날마다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우리는 걷겠네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한걸음 한걸음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 예수와 함께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날마다 날마다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우리는 걷겠네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2300288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7"/>
            </a:xfrm>
            <a:custGeom>
              <a:avLst/>
              <a:gdLst/>
              <a:ahLst/>
              <a:cxnLst/>
              <a:rect r="r" b="b" t="t" l="l"/>
              <a:pathLst>
                <a:path h="265112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21031200" cy="25654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748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[ 전심으로 ]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주님 손에 맡겨드리리 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나의 삶 주님께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주님 손이 나의 삶 붙드네 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나 주의 것 영원히</a:t>
              </a: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 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내가 믿는 분 예수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내가 속한 분 예수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삶의 이유되시네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내 노래되시네 전심으로 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주님 손에 맡겨드리리 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나의 삶 주님께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주님 손이 나의 삶 붙드네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나 주의 것 영원히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내가 믿는 분 예수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내가 속한 분 예수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삶의 이유되시네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내 노래되시네 전심으로 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주와 함께 걸어가리라 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모든 길을 주 신뢰해</a:t>
              </a:r>
            </a:p>
          </p:txBody>
        </p:sp>
      </p:grp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 뜻 안에 나 살아가리 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주의 약속은 영원해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내가 믿는 분 예수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내가 속한 분 예수</a:t>
              </a:r>
            </a:p>
          </p:txBody>
        </p:sp>
      </p:grp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삶의 이유되시네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내 노래되시네 내가 믿는 분</a:t>
              </a:r>
            </a:p>
          </p:txBody>
        </p:sp>
      </p:grp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경배하리 경배하리라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경배하리 경배하리라</a:t>
              </a:r>
            </a:p>
          </p:txBody>
        </p:sp>
      </p:grp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내가 믿는 분 전심으로</a:t>
              </a:r>
            </a:p>
          </p:txBody>
        </p:sp>
      </p:grp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경배하리 경배하리라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경배하리 경배하리라</a:t>
              </a:r>
            </a:p>
          </p:txBody>
        </p:sp>
      </p:grp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내가 믿는 분 전심으로</a:t>
              </a:r>
            </a:p>
          </p:txBody>
        </p:sp>
      </p:grp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내가 믿는 분 예수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내가 속한 분 예수</a:t>
              </a:r>
            </a:p>
          </p:txBody>
        </p:sp>
      </p:grp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삶의 이유되시네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내 노래되시네 전심으로</a:t>
              </a:r>
            </a:p>
          </p:txBody>
        </p:sp>
      </p:grp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2103120"/>
            <a:ext cx="15773400" cy="2536032"/>
            <a:chOff x="0" y="0"/>
            <a:chExt cx="21031200" cy="33813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3381377"/>
            </a:xfrm>
            <a:custGeom>
              <a:avLst/>
              <a:gdLst/>
              <a:ahLst/>
              <a:cxnLst/>
              <a:rect r="r" b="b" t="t" l="l"/>
              <a:pathLst>
                <a:path h="338137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3381377"/>
                  </a:lnTo>
                  <a:lnTo>
                    <a:pt x="0" y="33813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191" r="0" b="-7119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031200" cy="33909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대표기도 : ㅇㅇㅇ 청년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DAHKS7oaKP0</dc:identifier>
  <dcterms:modified xsi:type="dcterms:W3CDTF">2011-08-01T06:04:30Z</dcterms:modified>
  <cp:revision>1</cp:revision>
  <dc:title>260719 찬양 가사</dc:title>
</cp:coreProperties>
</file>