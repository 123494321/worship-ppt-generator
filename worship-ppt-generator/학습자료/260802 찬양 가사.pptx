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slide+xml" PartName="/ppt/slides/slide58.xml"/>
  <Override ContentType="application/vnd.openxmlformats-officedocument.presentationml.slide+xml" PartName="/ppt/slides/slide59.xml"/>
  <Override ContentType="application/vnd.openxmlformats-officedocument.presentationml.slide+xml" PartName="/ppt/slides/slide60.xml"/>
  <Override ContentType="application/vnd.openxmlformats-officedocument.presentationml.slide+xml" PartName="/ppt/slides/slide61.xml"/>
  <Override ContentType="application/vnd.openxmlformats-officedocument.presentationml.slide+xml" PartName="/ppt/slides/slide62.xml"/>
  <Override ContentType="application/vnd.openxmlformats-officedocument.presentationml.slide+xml" PartName="/ppt/slides/slide63.xml"/>
  <Override ContentType="application/vnd.openxmlformats-officedocument.presentationml.slide+xml" PartName="/ppt/slides/slide64.xml"/>
  <Override ContentType="application/vnd.openxmlformats-officedocument.presentationml.slide+xml" PartName="/ppt/slides/slide65.xml"/>
  <Override ContentType="application/vnd.openxmlformats-officedocument.presentationml.slide+xml" PartName="/ppt/slides/slide66.xml"/>
  <Override ContentType="application/vnd.openxmlformats-officedocument.presentationml.slide+xml" PartName="/ppt/slides/slide67.xml"/>
  <Override ContentType="application/vnd.openxmlformats-officedocument.presentationml.slide+xml" PartName="/ppt/slides/slide68.xml"/>
  <Override ContentType="application/vnd.openxmlformats-officedocument.presentationml.slide+xml" PartName="/ppt/slides/slide69.xml"/>
  <Override ContentType="application/vnd.openxmlformats-officedocument.presentationml.slide+xml" PartName="/ppt/slides/slide70.xml"/>
  <Override ContentType="application/vnd.openxmlformats-officedocument.presentationml.slide+xml" PartName="/ppt/slides/slide71.xml"/>
  <Override ContentType="application/vnd.openxmlformats-officedocument.presentationml.slide+xml" PartName="/ppt/slides/slide72.xml"/>
  <Override ContentType="application/vnd.openxmlformats-officedocument.presentationml.slide+xml" PartName="/ppt/slides/slide73.xml"/>
  <Override ContentType="application/vnd.openxmlformats-officedocument.presentationml.slide+xml" PartName="/ppt/slides/slide74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77.xml"/>
  <Override ContentType="application/vnd.openxmlformats-officedocument.presentationml.slide+xml" PartName="/ppt/slides/slide78.xml"/>
  <Override ContentType="application/vnd.openxmlformats-officedocument.presentationml.slide+xml" PartName="/ppt/slides/slide79.xml"/>
  <Override ContentType="application/vnd.openxmlformats-officedocument.presentationml.slide+xml" PartName="/ppt/slides/slide80.xml"/>
  <Override ContentType="application/vnd.openxmlformats-officedocument.presentationml.slide+xml" PartName="/ppt/slides/slide81.xml"/>
  <Override ContentType="application/vnd.openxmlformats-officedocument.presentationml.slide+xml" PartName="/ppt/slides/slide82.xml"/>
  <Override ContentType="application/vnd.openxmlformats-officedocument.presentationml.slide+xml" PartName="/ppt/slides/slide83.xml"/>
  <Override ContentType="application/vnd.openxmlformats-officedocument.presentationml.slide+xml" PartName="/ppt/slides/slide84.xml"/>
  <Override ContentType="application/vnd.openxmlformats-officedocument.presentationml.slide+xml" PartName="/ppt/slides/slide85.xml"/>
  <Override ContentType="application/vnd.openxmlformats-officedocument.presentationml.slide+xml" PartName="/ppt/slides/slide86.xml"/>
  <Override ContentType="application/vnd.openxmlformats-officedocument.presentationml.slide+xml" PartName="/ppt/slides/slide87.xml"/>
  <Override ContentType="application/vnd.openxmlformats-officedocument.presentationml.slide+xml" PartName="/ppt/slides/slide88.xml"/>
  <Override ContentType="application/vnd.openxmlformats-officedocument.presentationml.slide+xml" PartName="/ppt/slides/slide89.xml"/>
  <Override ContentType="application/vnd.openxmlformats-officedocument.presentationml.slide+xml" PartName="/ppt/slides/slide90.xml"/>
  <Override ContentType="application/vnd.openxmlformats-officedocument.presentationml.slide+xml" PartName="/ppt/slides/slide91.xml"/>
  <Override ContentType="application/vnd.openxmlformats-officedocument.presentationml.slide+xml" PartName="/ppt/slides/slide92.xml"/>
  <Override ContentType="application/vnd.openxmlformats-officedocument.presentationml.slide+xml" PartName="/ppt/slides/slide93.xml"/>
  <Override ContentType="application/vnd.openxmlformats-officedocument.presentationml.slide+xml" PartName="/ppt/slides/slide94.xml"/>
  <Override ContentType="application/vnd.openxmlformats-officedocument.presentationml.slide+xml" PartName="/ppt/slides/slide95.xml"/>
  <Override ContentType="application/vnd.openxmlformats-officedocument.presentationml.slide+xml" PartName="/ppt/slides/slide96.xml"/>
  <Override ContentType="application/vnd.openxmlformats-officedocument.presentationml.slide+xml" PartName="/ppt/slides/slide97.xml"/>
  <Override ContentType="application/vnd.openxmlformats-officedocument.presentationml.slide+xml" PartName="/ppt/slides/slide98.xml"/>
  <Override ContentType="application/vnd.openxmlformats-officedocument.presentationml.slide+xml" PartName="/ppt/slides/slide99.xml"/>
  <Override ContentType="application/vnd.openxmlformats-officedocument.presentationml.slide+xml" PartName="/ppt/slides/slide100.xml"/>
  <Override ContentType="application/vnd.openxmlformats-officedocument.presentationml.slide+xml" PartName="/ppt/slides/slide101.xml"/>
  <Override ContentType="application/vnd.openxmlformats-officedocument.presentationml.slide+xml" PartName="/ppt/slides/slide102.xml"/>
  <Override ContentType="application/vnd.openxmlformats-officedocument.presentationml.slide+xml" PartName="/ppt/slides/slide103.xml"/>
  <Override ContentType="application/vnd.openxmlformats-officedocument.presentationml.slide+xml" PartName="/ppt/slides/slide104.xml"/>
  <Override ContentType="application/vnd.openxmlformats-officedocument.presentationml.slide+xml" PartName="/ppt/slides/slide105.xml"/>
  <Override ContentType="application/vnd.openxmlformats-officedocument.presentationml.slide+xml" PartName="/ppt/slides/slide106.xml"/>
  <Override ContentType="application/vnd.openxmlformats-officedocument.presentationml.slide+xml" PartName="/ppt/slides/slide107.xml"/>
  <Override ContentType="application/vnd.openxmlformats-officedocument.presentationml.slide+xml" PartName="/ppt/slides/slide108.xml"/>
  <Override ContentType="application/vnd.openxmlformats-officedocument.presentationml.slide+xml" PartName="/ppt/slides/slide109.xml"/>
  <Override ContentType="application/vnd.openxmlformats-officedocument.presentationml.slide+xml" PartName="/ppt/slides/slide110.xml"/>
  <Override ContentType="application/vnd.openxmlformats-officedocument.presentationml.slide+xml" PartName="/ppt/slides/slide1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</p:sldIdLst>
  <p:sldSz cx="18288000" cy="10287000"/>
  <p:notesSz cx="6858000" cy="9144000"/>
  <p:embeddedFontLst>
    <p:embeddedFont>
      <p:font typeface="프리젠테이션 Bold" charset="1" panose="00000000000000000000"/>
      <p:regular r:id="rId1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00" Target="slides/slide95.xml" Type="http://schemas.openxmlformats.org/officeDocument/2006/relationships/slide"/><Relationship Id="rId101" Target="slides/slide96.xml" Type="http://schemas.openxmlformats.org/officeDocument/2006/relationships/slide"/><Relationship Id="rId102" Target="slides/slide97.xml" Type="http://schemas.openxmlformats.org/officeDocument/2006/relationships/slide"/><Relationship Id="rId103" Target="slides/slide98.xml" Type="http://schemas.openxmlformats.org/officeDocument/2006/relationships/slide"/><Relationship Id="rId104" Target="slides/slide99.xml" Type="http://schemas.openxmlformats.org/officeDocument/2006/relationships/slide"/><Relationship Id="rId105" Target="slides/slide100.xml" Type="http://schemas.openxmlformats.org/officeDocument/2006/relationships/slide"/><Relationship Id="rId106" Target="slides/slide101.xml" Type="http://schemas.openxmlformats.org/officeDocument/2006/relationships/slide"/><Relationship Id="rId107" Target="slides/slide102.xml" Type="http://schemas.openxmlformats.org/officeDocument/2006/relationships/slide"/><Relationship Id="rId108" Target="slides/slide103.xml" Type="http://schemas.openxmlformats.org/officeDocument/2006/relationships/slide"/><Relationship Id="rId109" Target="slides/slide104.xml" Type="http://schemas.openxmlformats.org/officeDocument/2006/relationships/slide"/><Relationship Id="rId11" Target="slides/slide6.xml" Type="http://schemas.openxmlformats.org/officeDocument/2006/relationships/slide"/><Relationship Id="rId110" Target="slides/slide105.xml" Type="http://schemas.openxmlformats.org/officeDocument/2006/relationships/slide"/><Relationship Id="rId111" Target="slides/slide106.xml" Type="http://schemas.openxmlformats.org/officeDocument/2006/relationships/slide"/><Relationship Id="rId112" Target="slides/slide107.xml" Type="http://schemas.openxmlformats.org/officeDocument/2006/relationships/slide"/><Relationship Id="rId113" Target="slides/slide108.xml" Type="http://schemas.openxmlformats.org/officeDocument/2006/relationships/slide"/><Relationship Id="rId114" Target="slides/slide109.xml" Type="http://schemas.openxmlformats.org/officeDocument/2006/relationships/slide"/><Relationship Id="rId115" Target="slides/slide110.xml" Type="http://schemas.openxmlformats.org/officeDocument/2006/relationships/slide"/><Relationship Id="rId116" Target="slides/slide111.xml" Type="http://schemas.openxmlformats.org/officeDocument/2006/relationships/slide"/><Relationship Id="rId117" Target="fonts/font117.fntdata" Type="http://schemas.openxmlformats.org/officeDocument/2006/relationships/font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slides/slide54.xml" Type="http://schemas.openxmlformats.org/officeDocument/2006/relationships/slide"/><Relationship Id="rId6" Target="slides/slide1.xml" Type="http://schemas.openxmlformats.org/officeDocument/2006/relationships/slide"/><Relationship Id="rId60" Target="slides/slide55.xml" Type="http://schemas.openxmlformats.org/officeDocument/2006/relationships/slide"/><Relationship Id="rId61" Target="slides/slide56.xml" Type="http://schemas.openxmlformats.org/officeDocument/2006/relationships/slide"/><Relationship Id="rId62" Target="slides/slide57.xml" Type="http://schemas.openxmlformats.org/officeDocument/2006/relationships/slide"/><Relationship Id="rId63" Target="slides/slide58.xml" Type="http://schemas.openxmlformats.org/officeDocument/2006/relationships/slide"/><Relationship Id="rId64" Target="slides/slide59.xml" Type="http://schemas.openxmlformats.org/officeDocument/2006/relationships/slide"/><Relationship Id="rId65" Target="slides/slide60.xml" Type="http://schemas.openxmlformats.org/officeDocument/2006/relationships/slide"/><Relationship Id="rId66" Target="slides/slide61.xml" Type="http://schemas.openxmlformats.org/officeDocument/2006/relationships/slide"/><Relationship Id="rId67" Target="slides/slide62.xml" Type="http://schemas.openxmlformats.org/officeDocument/2006/relationships/slide"/><Relationship Id="rId68" Target="slides/slide63.xml" Type="http://schemas.openxmlformats.org/officeDocument/2006/relationships/slide"/><Relationship Id="rId69" Target="slides/slide64.xml" Type="http://schemas.openxmlformats.org/officeDocument/2006/relationships/slide"/><Relationship Id="rId7" Target="slides/slide2.xml" Type="http://schemas.openxmlformats.org/officeDocument/2006/relationships/slide"/><Relationship Id="rId70" Target="slides/slide65.xml" Type="http://schemas.openxmlformats.org/officeDocument/2006/relationships/slide"/><Relationship Id="rId71" Target="slides/slide66.xml" Type="http://schemas.openxmlformats.org/officeDocument/2006/relationships/slide"/><Relationship Id="rId72" Target="slides/slide67.xml" Type="http://schemas.openxmlformats.org/officeDocument/2006/relationships/slide"/><Relationship Id="rId73" Target="slides/slide68.xml" Type="http://schemas.openxmlformats.org/officeDocument/2006/relationships/slide"/><Relationship Id="rId74" Target="slides/slide69.xml" Type="http://schemas.openxmlformats.org/officeDocument/2006/relationships/slide"/><Relationship Id="rId75" Target="slides/slide70.xml" Type="http://schemas.openxmlformats.org/officeDocument/2006/relationships/slide"/><Relationship Id="rId76" Target="slides/slide71.xml" Type="http://schemas.openxmlformats.org/officeDocument/2006/relationships/slide"/><Relationship Id="rId77" Target="slides/slide72.xml" Type="http://schemas.openxmlformats.org/officeDocument/2006/relationships/slide"/><Relationship Id="rId78" Target="slides/slide73.xml" Type="http://schemas.openxmlformats.org/officeDocument/2006/relationships/slide"/><Relationship Id="rId79" Target="slides/slide74.xml" Type="http://schemas.openxmlformats.org/officeDocument/2006/relationships/slide"/><Relationship Id="rId8" Target="slides/slide3.xml" Type="http://schemas.openxmlformats.org/officeDocument/2006/relationships/slide"/><Relationship Id="rId80" Target="slides/slide75.xml" Type="http://schemas.openxmlformats.org/officeDocument/2006/relationships/slide"/><Relationship Id="rId81" Target="slides/slide76.xml" Type="http://schemas.openxmlformats.org/officeDocument/2006/relationships/slide"/><Relationship Id="rId82" Target="slides/slide77.xml" Type="http://schemas.openxmlformats.org/officeDocument/2006/relationships/slide"/><Relationship Id="rId83" Target="slides/slide78.xml" Type="http://schemas.openxmlformats.org/officeDocument/2006/relationships/slide"/><Relationship Id="rId84" Target="slides/slide79.xml" Type="http://schemas.openxmlformats.org/officeDocument/2006/relationships/slide"/><Relationship Id="rId85" Target="slides/slide80.xml" Type="http://schemas.openxmlformats.org/officeDocument/2006/relationships/slide"/><Relationship Id="rId86" Target="slides/slide81.xml" Type="http://schemas.openxmlformats.org/officeDocument/2006/relationships/slide"/><Relationship Id="rId87" Target="slides/slide82.xml" Type="http://schemas.openxmlformats.org/officeDocument/2006/relationships/slide"/><Relationship Id="rId88" Target="slides/slide83.xml" Type="http://schemas.openxmlformats.org/officeDocument/2006/relationships/slide"/><Relationship Id="rId89" Target="slides/slide84.xml" Type="http://schemas.openxmlformats.org/officeDocument/2006/relationships/slide"/><Relationship Id="rId9" Target="slides/slide4.xml" Type="http://schemas.openxmlformats.org/officeDocument/2006/relationships/slide"/><Relationship Id="rId90" Target="slides/slide85.xml" Type="http://schemas.openxmlformats.org/officeDocument/2006/relationships/slide"/><Relationship Id="rId91" Target="slides/slide86.xml" Type="http://schemas.openxmlformats.org/officeDocument/2006/relationships/slide"/><Relationship Id="rId92" Target="slides/slide87.xml" Type="http://schemas.openxmlformats.org/officeDocument/2006/relationships/slide"/><Relationship Id="rId93" Target="slides/slide88.xml" Type="http://schemas.openxmlformats.org/officeDocument/2006/relationships/slide"/><Relationship Id="rId94" Target="slides/slide89.xml" Type="http://schemas.openxmlformats.org/officeDocument/2006/relationships/slide"/><Relationship Id="rId95" Target="slides/slide90.xml" Type="http://schemas.openxmlformats.org/officeDocument/2006/relationships/slide"/><Relationship Id="rId96" Target="slides/slide91.xml" Type="http://schemas.openxmlformats.org/officeDocument/2006/relationships/slide"/><Relationship Id="rId97" Target="slides/slide92.xml" Type="http://schemas.openxmlformats.org/officeDocument/2006/relationships/slide"/><Relationship Id="rId98" Target="slides/slide93.xml" Type="http://schemas.openxmlformats.org/officeDocument/2006/relationships/slide"/><Relationship Id="rId99" Target="slides/slide9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2285048"/>
            <a:ext cx="15773400" cy="1988344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21031200" cy="25654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748"/>
                </a:lnSpc>
              </a:pPr>
              <a:r>
                <a:rPr lang="en-US" b="true" sz="8100" spc="-49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[2026.08. 02] LOGOS 청년 모임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2300288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21031200" cy="25654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748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[ 어떤 모습입니까 ]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주님께 나는 어떤 모습입니까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그 앞에 나는 어떤 모습입니까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주님의 선함 내안에 있습니까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닮아가고 있습니까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원하시는 대로 이끄시는 대로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더 낮은 곳으로 그 깊은 곳으로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나의 모든 것 다 내려놓고 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나 주의 뒤를 걷기 원하네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주님께 나는 어떤 모습입니까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그 앞에 나는 어떤 모습입니까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주님의 선함 내안에 있습니까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닮아가고 있습니까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주님께 나는 어떤 모습입니까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그 앞에 나는 어떤 모습입니까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주님의 선함 내안에 있습니까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닮아가고 있습니까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원하시는 대로 이끄시는 대로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더 낮은 곳으로 그 깊은 곳으로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나의 모든 것 다 내려놓고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나 주의 뒤를 걷기 원하네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원하시는 대로 이끄시는 대로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더 낮은 곳으로 그 깊은 곳으로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나의 모든 것 다 내려놓고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나 주의 뒤를 걷기 원하네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원하시는 대로 이끄시는 대로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더 낮은 곳으로 그 깊은 곳으로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나의 모든 것 다 내려놓고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나 주의 뒤를 걷기 원하네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원하시는 대로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이끄시는 대로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나의 모든 것 다 내려놓고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나 주의 뒤를 걷기 원하네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2300288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21031200" cy="25654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748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[ 자유 주신 주 ]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어둠의 권세를 이기고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죽음레서 부활하셨네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그 이름을 믿는 자 마다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영원한</a:t>
              </a: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 생명을 허락하시네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죽어야 할 나를 살리신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그 사랑 그 구원의</a:t>
              </a: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 길로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날 인도 하시는 주 은혜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영원히 그의</a:t>
              </a: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 길을 따라가리라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위대한 일 이루시는 예수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온 땅에서 그</a:t>
              </a: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 이름 높이네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내게 자유주신 주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매일 매일</a:t>
              </a: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 나 찬양하리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모든 열방이 알도록 행하신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놀라운 일 선포</a:t>
              </a: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하리라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모두 크게 외치세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매일 매일 주 찬양</a:t>
              </a: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하리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다시 이 땅에 오실 왕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그 나라 주의 뜻은 영원</a:t>
              </a: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하리라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어둠의 권세를 이기고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죽음레서 부활</a:t>
              </a: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하셨네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그 이름을 믿는 자 마다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영원한 생명을 허락</a:t>
              </a: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하시네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죽어야 할 나를 살리신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그 사랑 그 구원의 길로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날 인도 하시는 주 은혜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영원히 그의 길을 따라가리라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위대한 일 이루시는 예수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온 땅에서 그 이름 높이네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내게 자유주신 주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매일 매일 나 찬양하리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모든 열방이 알도록 행하신 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놀라운 일 선포하리라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모두 크게 외치세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매일 매일 주 찬양하리</a:t>
              </a:r>
            </a:p>
          </p:txBody>
        </p:sp>
      </p:grp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다시 이 땅에 오실 왕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그 나라 주의 뜻은 영원하리라</a:t>
              </a:r>
            </a:p>
          </p:txBody>
        </p:sp>
      </p:grp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내게 자유주신 주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매일 매일 나 찬양하리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모든 열방이 알도록 행하신 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놀라운 일 선포하리라</a:t>
              </a:r>
            </a:p>
          </p:txBody>
        </p:sp>
      </p:grp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모두 크게 외치세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매일 매일 주 찬양하리</a:t>
              </a:r>
            </a:p>
          </p:txBody>
        </p:sp>
      </p:grp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다시 이 땅에 오실 왕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그 나라 주의 뜻은 영원하리라</a:t>
              </a:r>
            </a:p>
          </p:txBody>
        </p:sp>
      </p:grp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Woah   Woah   Woah</a:t>
              </a:r>
            </a:p>
          </p:txBody>
        </p:sp>
      </p:grp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Woah   Woah   Woah</a:t>
              </a:r>
            </a:p>
          </p:txBody>
        </p:sp>
      </p:grp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Woah   Woah   Woah</a:t>
              </a:r>
            </a:p>
          </p:txBody>
        </p:sp>
      </p:grp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Woah   Woah   Woah</a:t>
              </a:r>
            </a:p>
          </p:txBody>
        </p:sp>
      </p:grp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내게 자유주신 주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매일 매일 나 찬양하리</a:t>
              </a:r>
            </a:p>
          </p:txBody>
        </p:sp>
      </p:grp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모든 열방이 알도록 행하신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놀라운 일 선포하리라</a:t>
              </a:r>
            </a:p>
          </p:txBody>
        </p:sp>
      </p:grp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모두 크게 외치세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매일 매일 주 찬양하리</a:t>
              </a:r>
            </a:p>
          </p:txBody>
        </p:sp>
      </p:grp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다시 이 땅에 오실 왕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그 나라 주의 뜻은 영원하리라</a:t>
              </a:r>
            </a:p>
          </p:txBody>
        </p:sp>
      </p:grp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내게 자유주신 주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매일 매일 나 찬양하리</a:t>
              </a:r>
            </a:p>
          </p:txBody>
        </p:sp>
      </p:grp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모든 열방이 알도록 행하신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놀라운 일 선포하리라</a:t>
              </a:r>
            </a:p>
          </p:txBody>
        </p:sp>
      </p:grp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모두 크게 외치세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매일 매일 주 찬양하리</a:t>
              </a:r>
            </a:p>
          </p:txBody>
        </p:sp>
      </p:grpSp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다시 이 땅에 오실 왕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그 나라 주의 뜻은 영원하리라</a:t>
              </a:r>
            </a:p>
          </p:txBody>
        </p:sp>
      </p:grpSp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2300288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21031200" cy="25654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748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[ Keep on Fighting ]</a:t>
              </a:r>
            </a:p>
          </p:txBody>
        </p:sp>
      </p:grpSp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전쟁은 이미 끝났다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승리를 선포하라</a:t>
              </a:r>
            </a:p>
          </p:txBody>
        </p:sp>
      </p:grpSp>
    </p:spTree>
  </p:cSld>
  <p:clrMapOvr>
    <a:masterClrMapping/>
  </p:clrMapOvr>
</p:sld>
</file>

<file path=ppt/slides/slide6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원수의 머릴 부수고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이기신 주를 보라</a:t>
              </a:r>
            </a:p>
          </p:txBody>
        </p:sp>
      </p:grpSp>
    </p:spTree>
  </p:cSld>
  <p:clrMapOvr>
    <a:masterClrMapping/>
  </p:clrMapOvr>
</p:sld>
</file>

<file path=ppt/slides/slide6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오   오   오   오   오   오</a:t>
              </a:r>
            </a:p>
          </p:txBody>
        </p:sp>
      </p:grpSp>
    </p:spTree>
  </p:cSld>
  <p:clrMapOvr>
    <a:masterClrMapping/>
  </p:clrMapOvr>
</p:sld>
</file>

<file path=ppt/slides/slide6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사단은 이미 끝났다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진리를 선포하라</a:t>
              </a:r>
            </a:p>
          </p:txBody>
        </p:sp>
      </p:grpSp>
    </p:spTree>
  </p:cSld>
  <p:clrMapOvr>
    <a:masterClrMapping/>
  </p:clrMapOvr>
</p:sld>
</file>

<file path=ppt/slides/slide6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군대여 다 일어나서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깃발을 높이 들라</a:t>
              </a:r>
            </a:p>
          </p:txBody>
        </p:sp>
      </p:grpSp>
    </p:spTree>
  </p:cSld>
  <p:clrMapOvr>
    <a:masterClrMapping/>
  </p:clrMapOvr>
</p:sld>
</file>

<file path=ppt/slides/slide6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오   오   오   오   오   오</a:t>
              </a:r>
            </a:p>
          </p:txBody>
        </p:sp>
      </p:grpSp>
    </p:spTree>
  </p:cSld>
  <p:clrMapOvr>
    <a:masterClrMapping/>
  </p:clrMapOvr>
</p:sld>
</file>

<file path=ppt/slides/slide6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Keep on Fighting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Keep on Fighting</a:t>
              </a:r>
            </a:p>
          </p:txBody>
        </p:sp>
      </p:grpSp>
    </p:spTree>
  </p:cSld>
  <p:clrMapOvr>
    <a:masterClrMapping/>
  </p:clrMapOvr>
</p:sld>
</file>

<file path=ppt/slides/slide6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Keep on Fighting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Keep on Fighting</a:t>
              </a:r>
            </a:p>
          </p:txBody>
        </p:sp>
      </p:grpSp>
    </p:spTree>
  </p:cSld>
  <p:clrMapOvr>
    <a:masterClrMapping/>
  </p:clrMapOvr>
</p:sld>
</file>

<file path=ppt/slides/slide6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사단은 이미 끝났다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진리를 선포하라</a:t>
              </a:r>
            </a:p>
          </p:txBody>
        </p:sp>
      </p:grpSp>
    </p:spTree>
  </p:cSld>
  <p:clrMapOvr>
    <a:masterClrMapping/>
  </p:clrMapOvr>
</p:sld>
</file>

<file path=ppt/slides/slide7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군대여 다 일어나서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깃발을 높이 들라</a:t>
              </a:r>
            </a:p>
          </p:txBody>
        </p:sp>
      </p:grpSp>
    </p:spTree>
  </p:cSld>
  <p:clrMapOvr>
    <a:masterClrMapping/>
  </p:clrMapOvr>
</p:sld>
</file>

<file path=ppt/slides/slide7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오   오   오   오   오   오</a:t>
              </a:r>
            </a:p>
          </p:txBody>
        </p:sp>
      </p:grpSp>
    </p:spTree>
  </p:cSld>
  <p:clrMapOvr>
    <a:masterClrMapping/>
  </p:clrMapOvr>
</p:sld>
</file>

<file path=ppt/slides/slide7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Keep on Fighting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Keep on Fighting</a:t>
              </a:r>
            </a:p>
          </p:txBody>
        </p:sp>
      </p:grpSp>
    </p:spTree>
  </p:cSld>
  <p:clrMapOvr>
    <a:masterClrMapping/>
  </p:clrMapOvr>
</p:sld>
</file>

<file path=ppt/slides/slide7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Keep on Fighting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Keep on Fighting</a:t>
              </a:r>
            </a:p>
          </p:txBody>
        </p:sp>
      </p:grpSp>
    </p:spTree>
  </p:cSld>
  <p:clrMapOvr>
    <a:masterClrMapping/>
  </p:clrMapOvr>
</p:sld>
</file>

<file path=ppt/slides/slide7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Keep on Fighting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Keep on Fighting</a:t>
              </a:r>
            </a:p>
          </p:txBody>
        </p:sp>
      </p:grpSp>
    </p:spTree>
  </p:cSld>
  <p:clrMapOvr>
    <a:masterClrMapping/>
  </p:clrMapOvr>
</p:sld>
</file>

<file path=ppt/slides/slide7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Keep on Fighting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Keep on Fighting</a:t>
              </a:r>
            </a:p>
          </p:txBody>
        </p:sp>
      </p:grpSp>
    </p:spTree>
  </p:cSld>
  <p:clrMapOvr>
    <a:masterClrMapping/>
  </p:clrMapOvr>
</p:sld>
</file>

<file path=ppt/slides/slide76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오   오   오   오   오   오</a:t>
              </a:r>
            </a:p>
          </p:txBody>
        </p:sp>
      </p:grpSp>
    </p:spTree>
  </p:cSld>
  <p:clrMapOvr>
    <a:masterClrMapping/>
  </p:clrMapOvr>
</p:sld>
</file>

<file path=ppt/slides/slide7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오   오   오   오   오   오</a:t>
              </a:r>
            </a:p>
          </p:txBody>
        </p:sp>
      </p:grpSp>
    </p:spTree>
  </p:cSld>
  <p:clrMapOvr>
    <a:masterClrMapping/>
  </p:clrMapOvr>
</p:sld>
</file>

<file path=ppt/slides/slide7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오   오   오   오   오   오</a:t>
              </a:r>
            </a:p>
          </p:txBody>
        </p:sp>
      </p:grpSp>
    </p:spTree>
  </p:cSld>
  <p:clrMapOvr>
    <a:masterClrMapping/>
  </p:clrMapOvr>
</p:sld>
</file>

<file path=ppt/slides/slide8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오   오   오   오   오   오</a:t>
              </a:r>
            </a:p>
          </p:txBody>
        </p:sp>
      </p:grpSp>
    </p:spTree>
  </p:cSld>
  <p:clrMapOvr>
    <a:masterClrMapping/>
  </p:clrMapOvr>
</p:sld>
</file>

<file path=ppt/slides/slide8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오   오   오   오   오   오</a:t>
              </a:r>
            </a:p>
          </p:txBody>
        </p:sp>
      </p:grpSp>
    </p:spTree>
  </p:cSld>
  <p:clrMapOvr>
    <a:masterClrMapping/>
  </p:clrMapOvr>
</p:sld>
</file>

<file path=ppt/slides/slide8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Keep on Fighting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Keep on Fighting </a:t>
              </a:r>
            </a:p>
          </p:txBody>
        </p:sp>
      </p:grpSp>
    </p:spTree>
  </p:cSld>
  <p:clrMapOvr>
    <a:masterClrMapping/>
  </p:clrMapOvr>
</p:sld>
</file>

<file path=ppt/slides/slide8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Keep on Fighting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Keep on Fighting </a:t>
              </a:r>
            </a:p>
          </p:txBody>
        </p:sp>
      </p:grpSp>
    </p:spTree>
  </p:cSld>
  <p:clrMapOvr>
    <a:masterClrMapping/>
  </p:clrMapOvr>
</p:sld>
</file>

<file path=ppt/slides/slide8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Keep on Fighting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Keep on Fighting </a:t>
              </a:r>
            </a:p>
          </p:txBody>
        </p:sp>
      </p:grpSp>
    </p:spTree>
  </p:cSld>
  <p:clrMapOvr>
    <a:masterClrMapping/>
  </p:clrMapOvr>
</p:sld>
</file>

<file path=ppt/slides/slide8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Keep on Fighting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Keep on Fighting </a:t>
              </a:r>
            </a:p>
          </p:txBody>
        </p:sp>
      </p:grpSp>
    </p:spTree>
  </p:cSld>
  <p:clrMapOvr>
    <a:masterClrMapping/>
  </p:clrMapOvr>
</p:sld>
</file>

<file path=ppt/slides/slide86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2300288"/>
            <a:ext cx="15773400" cy="1988345"/>
            <a:chOff x="0" y="0"/>
            <a:chExt cx="21031200" cy="2651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2651127"/>
            </a:xfrm>
            <a:custGeom>
              <a:avLst/>
              <a:gdLst/>
              <a:ahLst/>
              <a:cxnLst/>
              <a:rect r="r" b="b" t="t" l="l"/>
              <a:pathLst>
                <a:path h="265112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2651127"/>
                  </a:lnTo>
                  <a:lnTo>
                    <a:pt x="0" y="265112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4573" r="0" b="-10457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21031200" cy="25654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748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[ 정직한 예배 ]</a:t>
              </a:r>
            </a:p>
          </p:txBody>
        </p:sp>
      </p:grpSp>
    </p:spTree>
  </p:cSld>
  <p:clrMapOvr>
    <a:masterClrMapping/>
  </p:clrMapOvr>
</p:sld>
</file>

<file path=ppt/slides/slide8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나의 눈 열어 주를 보게 하소서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정직한 예배 순전한 맘을 드리네</a:t>
              </a:r>
            </a:p>
          </p:txBody>
        </p:sp>
      </p:grpSp>
    </p:spTree>
  </p:cSld>
  <p:clrMapOvr>
    <a:masterClrMapping/>
  </p:clrMapOvr>
</p:sld>
</file>

<file path=ppt/slides/slide8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빗나간 나의 소망 주께로 돌이키며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오직 주님만 사랑하게 하소서</a:t>
              </a:r>
            </a:p>
          </p:txBody>
        </p:sp>
      </p:grpSp>
    </p:spTree>
  </p:cSld>
  <p:clrMapOvr>
    <a:masterClrMapping/>
  </p:clrMapOvr>
</p:sld>
</file>

<file path=ppt/slides/slide9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나의 눈 열어 주를 보게 하소서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정직한 예배 순전한 맘을 드리네</a:t>
              </a:r>
            </a:p>
          </p:txBody>
        </p:sp>
      </p:grpSp>
    </p:spTree>
  </p:cSld>
  <p:clrMapOvr>
    <a:masterClrMapping/>
  </p:clrMapOvr>
</p:sld>
</file>

<file path=ppt/slides/slide9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빗나간 나의 소망 주께로 돌이키며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오직 주님만 사랑하게 하소서</a:t>
              </a:r>
            </a:p>
          </p:txBody>
        </p:sp>
      </p:grpSp>
    </p:spTree>
  </p:cSld>
  <p:clrMapOvr>
    <a:masterClrMapping/>
  </p:clrMapOvr>
</p:sld>
</file>

<file path=ppt/slides/slide9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나의 눈 열어 주를 보게 하소서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정직한 예배 순전한 맘을 드리네</a:t>
              </a:r>
            </a:p>
          </p:txBody>
        </p:sp>
      </p:grpSp>
    </p:spTree>
  </p:cSld>
  <p:clrMapOvr>
    <a:masterClrMapping/>
  </p:clrMapOvr>
</p:sld>
</file>

<file path=ppt/slides/slide9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빗나간 나의 소망 주께로 돌이키며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오직 주님만 사랑하게 하소서</a:t>
              </a:r>
            </a:p>
          </p:txBody>
        </p:sp>
      </p:grpSp>
    </p:spTree>
  </p:cSld>
  <p:clrMapOvr>
    <a:masterClrMapping/>
  </p:clrMapOvr>
</p:sld>
</file>

<file path=ppt/slides/slide9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나의 눈 열어 주를 보게 하소서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정직한 예배 순전한 맘을 드리네</a:t>
              </a:r>
            </a:p>
          </p:txBody>
        </p:sp>
      </p:grpSp>
    </p:spTree>
  </p:cSld>
  <p:clrMapOvr>
    <a:masterClrMapping/>
  </p:clrMapOvr>
</p:sld>
</file>

<file path=ppt/slides/slide9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빗나간 나의 소망 주께로 돌이키며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오직 주님만 사랑하게 하소서</a:t>
              </a:r>
            </a:p>
          </p:txBody>
        </p:sp>
      </p:grpSp>
    </p:spTree>
  </p:cSld>
  <p:clrMapOvr>
    <a:masterClrMapping/>
  </p:clrMapOvr>
</p:sld>
</file>

<file path=ppt/slides/slide9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나의 눈 열어 주를 보게 하소서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정직한 예배 순전한 맘을 드리네</a:t>
              </a:r>
            </a:p>
          </p:txBody>
        </p:sp>
      </p:grpSp>
    </p:spTree>
  </p:cSld>
  <p:clrMapOvr>
    <a:masterClrMapping/>
  </p:clrMapOvr>
</p:sld>
</file>

<file path=ppt/slides/slide9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빗나간 나의 소망 주께로 돌이키며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오직 주님만 사랑하게 하소서</a:t>
              </a:r>
            </a:p>
          </p:txBody>
        </p:sp>
      </p:grpSp>
    </p:spTree>
  </p:cSld>
  <p:clrMapOvr>
    <a:masterClrMapping/>
  </p:clrMapOvr>
</p:sld>
</file>

<file path=ppt/slides/slide9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나의 눈 열어 주를 보게 하소서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정직한 예배 순전한 맘을 드리네</a:t>
              </a:r>
            </a:p>
          </p:txBody>
        </p:sp>
      </p:grpSp>
    </p:spTree>
  </p:cSld>
  <p:clrMapOvr>
    <a:masterClrMapping/>
  </p:clrMapOvr>
</p:sld>
</file>

<file path=ppt/slides/slide9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빗나간 나의 소망 주께로 돌이키며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오직 주님만 사랑하게 하소서</a:t>
              </a:r>
            </a:p>
          </p:txBody>
        </p:sp>
      </p:grpSp>
    </p:spTree>
  </p:cSld>
  <p:clrMapOvr>
    <a:masterClrMapping/>
  </p:clrMapOvr>
</p:sld>
</file>

<file path=ppt/slides/slide100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영과 진리로 예배하네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영과 진리로 예배하네</a:t>
              </a:r>
            </a:p>
          </p:txBody>
        </p:sp>
      </p:grpSp>
    </p:spTree>
  </p:cSld>
  <p:clrMapOvr>
    <a:masterClrMapping/>
  </p:clrMapOvr>
</p:sld>
</file>

<file path=ppt/slides/slide10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영과 진리로 예배하네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영과 진리로 예배하네</a:t>
              </a:r>
            </a:p>
          </p:txBody>
        </p:sp>
      </p:grpSp>
    </p:spTree>
  </p:cSld>
  <p:clrMapOvr>
    <a:masterClrMapping/>
  </p:clrMapOvr>
</p:sld>
</file>

<file path=ppt/slides/slide10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영과 진리로 예배하네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영과 진리로 예배하네</a:t>
              </a:r>
            </a:p>
          </p:txBody>
        </p:sp>
      </p:grpSp>
    </p:spTree>
  </p:cSld>
  <p:clrMapOvr>
    <a:masterClrMapping/>
  </p:clrMapOvr>
</p:sld>
</file>

<file path=ppt/slides/slide10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나의 눈 열어 주를 보게 하소서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정직한 예배 순전한 맘을 드리네</a:t>
              </a:r>
            </a:p>
          </p:txBody>
        </p:sp>
      </p:grpSp>
    </p:spTree>
  </p:cSld>
  <p:clrMapOvr>
    <a:masterClrMapping/>
  </p:clrMapOvr>
</p:sld>
</file>

<file path=ppt/slides/slide10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빗나간 나의 소망 주께로 돌이키며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오직 주님만 사랑하게 하소서</a:t>
              </a:r>
            </a:p>
          </p:txBody>
        </p:sp>
      </p:grpSp>
    </p:spTree>
  </p:cSld>
  <p:clrMapOvr>
    <a:masterClrMapping/>
  </p:clrMapOvr>
</p:sld>
</file>

<file path=ppt/slides/slide10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나의 눈 열어 주를 보게 하소서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정직한 예배 순전한 맘을 드리네</a:t>
              </a:r>
            </a:p>
          </p:txBody>
        </p:sp>
      </p:grpSp>
    </p:spTree>
  </p:cSld>
  <p:clrMapOvr>
    <a:masterClrMapping/>
  </p:clrMapOvr>
</p:sld>
</file>

<file path=ppt/slides/slide10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빗나간 나의 소망 주께로 돌이키며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오직 주님만 사랑하게 하소서</a:t>
              </a:r>
            </a:p>
          </p:txBody>
        </p:sp>
      </p:grpSp>
    </p:spTree>
  </p:cSld>
  <p:clrMapOvr>
    <a:masterClrMapping/>
  </p:clrMapOvr>
</p:sld>
</file>

<file path=ppt/slides/slide10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나의 눈 열어 주를 보게 하소서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정직한 예배 순전한 맘을 드리네</a:t>
              </a:r>
            </a:p>
          </p:txBody>
        </p:sp>
      </p:grpSp>
    </p:spTree>
  </p:cSld>
  <p:clrMapOvr>
    <a:masterClrMapping/>
  </p:clrMapOvr>
</p:sld>
</file>

<file path=ppt/slides/slide10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148840"/>
            <a:ext cx="18288000" cy="3520438"/>
            <a:chOff x="0" y="0"/>
            <a:chExt cx="24384000" cy="46939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693916"/>
            </a:xfrm>
            <a:custGeom>
              <a:avLst/>
              <a:gdLst/>
              <a:ahLst/>
              <a:cxnLst/>
              <a:rect r="r" b="b" t="t" l="l"/>
              <a:pathLst>
                <a:path h="469391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693916"/>
                  </a:lnTo>
                  <a:lnTo>
                    <a:pt x="0" y="4693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7303" r="13750" b="-3730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4384000" cy="4703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빗나간 나의 소망 주께로 돌이키며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오직 주님만 사랑하게 하소서</a:t>
              </a:r>
            </a:p>
          </p:txBody>
        </p:sp>
      </p:grpSp>
    </p:spTree>
  </p:cSld>
  <p:clrMapOvr>
    <a:masterClrMapping/>
  </p:clrMapOvr>
</p:sld>
</file>

<file path=ppt/slides/slide110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2103120"/>
            <a:ext cx="15773400" cy="2536032"/>
            <a:chOff x="0" y="0"/>
            <a:chExt cx="21031200" cy="33813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3381377"/>
            </a:xfrm>
            <a:custGeom>
              <a:avLst/>
              <a:gdLst/>
              <a:ahLst/>
              <a:cxnLst/>
              <a:rect r="r" b="b" t="t" l="l"/>
              <a:pathLst>
                <a:path h="338137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3381377"/>
                  </a:lnTo>
                  <a:lnTo>
                    <a:pt x="0" y="33813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191" r="0" b="-7119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031200" cy="33909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프리젠테이션 Bold"/>
                  <a:ea typeface="프리젠테이션 Bold"/>
                  <a:cs typeface="프리젠테이션 Bold"/>
                  <a:sym typeface="프리젠테이션 Bold"/>
                </a:rPr>
                <a:t>대표기도 : ㅇㅇㅇ 청년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DAHRCHbOa4w</dc:identifier>
  <dcterms:modified xsi:type="dcterms:W3CDTF">2011-08-01T06:04:30Z</dcterms:modified>
  <cp:revision>1</cp:revision>
  <dc:title>260802 찬양 가사</dc:title>
</cp:coreProperties>
</file>